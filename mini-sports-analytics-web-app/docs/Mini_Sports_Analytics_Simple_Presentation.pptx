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PRESENTATION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FIFA World Cup 2022 - Match Data Analysis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6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Data-to-Dashboard Analytics Module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3200400" cy="0"/>
          </a:xfrm>
          <a:prstGeom prst="line">
            <a:avLst/>
          </a:prstGeom>
          <a:noFill/>
          <a:ln w="12700">
            <a:solidFill>
              <a:srgbClr val="1B5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Bishal Khanal  (Documentation Lead / Project Manager)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Herald College Kathmandu — Centre for AI and Emerging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Documentation Lead / Project 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2022 - Match Data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64208" y="1417320"/>
            <a:ext cx="768096" cy="768096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6" name="Text 4"/>
          <p:cNvSpPr/>
          <p:nvPr/>
        </p:nvSpPr>
        <p:spPr>
          <a:xfrm>
            <a:off x="1664208" y="14173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0956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Sahid Rain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0956" y="2587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417320"/>
            <a:ext cx="768096" cy="768096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4173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88436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Acharya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88436" y="2587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59168" y="1417320"/>
            <a:ext cx="768096" cy="768096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4" name="Text 12"/>
          <p:cNvSpPr/>
          <p:nvPr/>
        </p:nvSpPr>
        <p:spPr>
          <a:xfrm>
            <a:off x="7059168" y="14173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85916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Jesish Raj Bista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85916" y="2587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56648" y="1417320"/>
            <a:ext cx="768096" cy="768096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8" name="Text 16"/>
          <p:cNvSpPr/>
          <p:nvPr/>
        </p:nvSpPr>
        <p:spPr>
          <a:xfrm>
            <a:off x="9756648" y="14173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83396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Bishal Khanal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83396" y="2587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Lead / PM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" y="3520440"/>
            <a:ext cx="3520440" cy="2331720"/>
          </a:xfrm>
          <a:prstGeom prst="rect">
            <a:avLst>
              <a:gd name="adj" fmla="val 2353"/>
            </a:avLst>
          </a:prstGeom>
          <a:solidFill>
            <a:srgbClr val="F6F8F6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" y="3721608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3" name="Image 0" descr="/home/claude/deck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776472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35024" y="37764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40664" y="43891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Flask-based analytics system that turns raw football match data into an interactive web dashboard, covering the full pipeline from data to visualization.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334256" y="3520440"/>
            <a:ext cx="3520440" cy="2331720"/>
          </a:xfrm>
          <a:prstGeom prst="rect">
            <a:avLst>
              <a:gd name="adj" fmla="val 2353"/>
            </a:avLst>
          </a:prstGeom>
          <a:solidFill>
            <a:srgbClr val="F6F8F6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17136" y="3721608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8" name="Image 1" descr="/home/claude/deck/icon_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776472"/>
            <a:ext cx="347472" cy="3474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11496" y="37764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517136" y="43891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data is scattered and hard to explore. There is no simple, student-built tool that cleans a raw dataset and presents insights through live charts.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8110728" y="3520440"/>
            <a:ext cx="3520440" cy="2331720"/>
          </a:xfrm>
          <a:prstGeom prst="rect">
            <a:avLst>
              <a:gd name="adj" fmla="val 2353"/>
            </a:avLst>
          </a:prstGeom>
          <a:solidFill>
            <a:srgbClr val="F6F8F6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293608" y="3721608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3" name="Image 2" descr="/home/claude/deck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3776472"/>
            <a:ext cx="347472" cy="34747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887968" y="37764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Objectives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8293608" y="43891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modular, well-documented analytics app that demonstrates data cleaning, EDA, statistics, visualization, and Flask web integration end to end.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2022 - Match Data Analysis  —  Herald College Kathmandu  ·  2026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takes data from raw file to live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2022 - Match Data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3816" y="1828800"/>
            <a:ext cx="1965960" cy="640080"/>
          </a:xfrm>
          <a:prstGeom prst="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7" name="Text 5"/>
          <p:cNvSpPr/>
          <p:nvPr/>
        </p:nvSpPr>
        <p:spPr>
          <a:xfrm>
            <a:off x="813816" y="1828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79776" y="182880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62656" y="1828800"/>
            <a:ext cx="1965960" cy="640080"/>
          </a:xfrm>
          <a:prstGeom prst="rect">
            <a:avLst>
              <a:gd name="adj" fmla="val 50000"/>
            </a:avLst>
          </a:prstGeom>
          <a:solidFill>
            <a:srgbClr val="1B5E42"/>
          </a:solidFill>
          <a:ln/>
        </p:spPr>
      </p:sp>
      <p:sp>
        <p:nvSpPr>
          <p:cNvPr id="10" name="Text 8"/>
          <p:cNvSpPr/>
          <p:nvPr/>
        </p:nvSpPr>
        <p:spPr>
          <a:xfrm>
            <a:off x="2962656" y="1828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28616" y="182880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11496" y="1828800"/>
            <a:ext cx="1965960" cy="640080"/>
          </a:xfrm>
          <a:prstGeom prst="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13" name="Text 11"/>
          <p:cNvSpPr/>
          <p:nvPr/>
        </p:nvSpPr>
        <p:spPr>
          <a:xfrm>
            <a:off x="5111496" y="1828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77456" y="182880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60336" y="1828800"/>
            <a:ext cx="1965960" cy="640080"/>
          </a:xfrm>
          <a:prstGeom prst="rect">
            <a:avLst>
              <a:gd name="adj" fmla="val 50000"/>
            </a:avLst>
          </a:prstGeom>
          <a:solidFill>
            <a:srgbClr val="1B5E42"/>
          </a:solidFill>
          <a:ln/>
        </p:spPr>
      </p:sp>
      <p:sp>
        <p:nvSpPr>
          <p:cNvPr id="16" name="Text 14"/>
          <p:cNvSpPr/>
          <p:nvPr/>
        </p:nvSpPr>
        <p:spPr>
          <a:xfrm>
            <a:off x="7260336" y="1828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26296" y="182880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409176" y="1828800"/>
            <a:ext cx="1965960" cy="640080"/>
          </a:xfrm>
          <a:prstGeom prst="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19" name="Text 17"/>
          <p:cNvSpPr/>
          <p:nvPr/>
        </p:nvSpPr>
        <p:spPr>
          <a:xfrm>
            <a:off x="9409176" y="1828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loading &amp; cleaning (64 matches, 2022 FIFA World Cup)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with outlier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tournament statistics (win / draw / loss / points)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charts — goals, top scorers, stadiums, city heatmap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with 3 pages: Home, Team Standings, Outliers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 Students learning the analytics workflow  ·  Instructors reviewing the project  ·  Sports data enthusiasts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2022 - Match Data Analysis  —  Herald College Kathmandu  · 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Responsibilities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2022 - Match Data Analysis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80644" y="1417320"/>
            <a:ext cx="2606040" cy="4480560"/>
          </a:xfrm>
          <a:prstGeom prst="rect">
            <a:avLst>
              <a:gd name="adj" fmla="val 2807"/>
            </a:avLst>
          </a:prstGeom>
          <a:solidFill>
            <a:srgbClr val="F6F8F6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69164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/home/claude/deck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181" y="17574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2084" y="2743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Sahid Rain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00684" y="3108960"/>
            <a:ext cx="1965960" cy="0"/>
          </a:xfrm>
          <a:prstGeom prst="line">
            <a:avLst/>
          </a:prstGeom>
          <a:noFill/>
          <a:ln w="12700">
            <a:solidFill>
              <a:srgbClr val="DDE6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" y="3246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3524" y="35661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creation &amp; curation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entry &amp; web research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CSV export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7852" y="1417320"/>
            <a:ext cx="2606040" cy="4480560"/>
          </a:xfrm>
          <a:prstGeom prst="rect">
            <a:avLst>
              <a:gd name="adj" fmla="val 2807"/>
            </a:avLst>
          </a:prstGeom>
          <a:solidFill>
            <a:srgbClr val="F6F8F6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16552" y="169164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4" name="Image 1" descr="/home/claude/deck/icon_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89" y="1757477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9292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9292" y="2743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Acharya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707892" y="3108960"/>
            <a:ext cx="1965960" cy="0"/>
          </a:xfrm>
          <a:prstGeom prst="line">
            <a:avLst/>
          </a:prstGeom>
          <a:noFill/>
          <a:ln w="12700">
            <a:solidFill>
              <a:srgbClr val="DDE6E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70732" y="3246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570732" y="35661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statistics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95060" y="1417320"/>
            <a:ext cx="2606040" cy="4480560"/>
          </a:xfrm>
          <a:prstGeom prst="rect">
            <a:avLst>
              <a:gd name="adj" fmla="val 2807"/>
            </a:avLst>
          </a:prstGeom>
          <a:solidFill>
            <a:srgbClr val="F6F8F6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23760" y="169164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2" name="Image 2" descr="/home/claude/deck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597" y="1757477"/>
            <a:ext cx="416966" cy="41696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86500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86500" y="2743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Jesish Raj Bista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515100" y="3108960"/>
            <a:ext cx="1965960" cy="0"/>
          </a:xfrm>
          <a:prstGeom prst="line">
            <a:avLst/>
          </a:prstGeom>
          <a:noFill/>
          <a:ln w="12700">
            <a:solidFill>
              <a:srgbClr val="DDE6E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377940" y="3246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Responsibilities: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377940" y="35661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&amp; pipeline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002268" y="1417320"/>
            <a:ext cx="2606040" cy="4480560"/>
          </a:xfrm>
          <a:prstGeom prst="rect">
            <a:avLst>
              <a:gd name="adj" fmla="val 2807"/>
            </a:avLst>
          </a:prstGeom>
          <a:solidFill>
            <a:srgbClr val="F6F8F6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030968" y="169164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0" name="Image 3" descr="/home/claude/deck/icon_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805" y="1757477"/>
            <a:ext cx="416966" cy="41696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93708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Lead / PM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9093708" y="2743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Bishal Khanal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9322308" y="3108960"/>
            <a:ext cx="1965960" cy="0"/>
          </a:xfrm>
          <a:prstGeom prst="line">
            <a:avLst/>
          </a:prstGeom>
          <a:noFill/>
          <a:ln w="12700">
            <a:solidFill>
              <a:srgbClr val="DDE6E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185148" y="3246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Responsibilities: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9185148" y="35661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(Git)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Trello, Notion &amp; meetings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2022 - Match Data Analysis  —  Herald College Kathmandu  ·  2026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Setup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and how to run the app locally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2022 - Match Data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777240"/>
          </a:xfrm>
          <a:prstGeom prst="rect">
            <a:avLst>
              <a:gd name="adj" fmla="val 7059"/>
            </a:avLst>
          </a:prstGeom>
          <a:solidFill>
            <a:srgbClr val="F6F8F6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813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606040" cy="777240"/>
          </a:xfrm>
          <a:prstGeom prst="rect">
            <a:avLst>
              <a:gd name="adj" fmla="val 7059"/>
            </a:avLst>
          </a:prstGeom>
          <a:solidFill>
            <a:srgbClr val="F6F8F6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813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2.3+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06040" cy="777240"/>
          </a:xfrm>
          <a:prstGeom prst="rect">
            <a:avLst>
              <a:gd name="adj" fmla="val 7059"/>
            </a:avLst>
          </a:prstGeom>
          <a:solidFill>
            <a:srgbClr val="F6F8F6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4813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3.7+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plotting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15400" y="1417320"/>
            <a:ext cx="2606040" cy="777240"/>
          </a:xfrm>
          <a:prstGeom prst="rect">
            <a:avLst>
              <a:gd name="adj" fmla="val 7059"/>
            </a:avLst>
          </a:prstGeom>
          <a:solidFill>
            <a:srgbClr val="F6F8F6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4813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0.12+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52560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in 3 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044952"/>
            <a:ext cx="411480" cy="41148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44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971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environment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06240" y="2971800"/>
            <a:ext cx="7223760" cy="548640"/>
          </a:xfrm>
          <a:prstGeom prst="rect">
            <a:avLst>
              <a:gd name="adj" fmla="val 8333"/>
            </a:avLst>
          </a:prstGeom>
          <a:solidFill>
            <a:srgbClr val="0B3D2E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2971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env create -f environment.yml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758184"/>
            <a:ext cx="411480" cy="41148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7581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6850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&amp; install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06240" y="3685032"/>
            <a:ext cx="7223760" cy="548640"/>
          </a:xfrm>
          <a:prstGeom prst="rect">
            <a:avLst>
              <a:gd name="adj" fmla="val 8333"/>
            </a:avLst>
          </a:prstGeom>
          <a:solidFill>
            <a:srgbClr val="0B3D2E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368503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sports-analytics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471416"/>
            <a:ext cx="411480" cy="41148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4714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439826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06240" y="4398264"/>
            <a:ext cx="7223760" cy="548640"/>
          </a:xfrm>
          <a:prstGeom prst="rect">
            <a:avLst>
              <a:gd name="adj" fmla="val 8333"/>
            </a:avLst>
          </a:prstGeom>
          <a:solidFill>
            <a:srgbClr val="0B3D2E"/>
          </a:solidFill>
          <a:ln/>
        </p:spPr>
      </p:sp>
      <p:sp>
        <p:nvSpPr>
          <p:cNvPr id="32" name="Text 30"/>
          <p:cNvSpPr/>
          <p:nvPr/>
        </p:nvSpPr>
        <p:spPr>
          <a:xfrm>
            <a:off x="4434840" y="4398264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run  →  127.0.0.1:5000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Flask Routes  →  Service Layer (EDA / Statistics / Visualization)  →  Data Layer  →  Config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2022 - Match Data Analysis  —  Herald College Kathmandu  · 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6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 and look forward to your feedback.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743200" cy="0"/>
          </a:xfrm>
          <a:prstGeom prst="line">
            <a:avLst/>
          </a:prstGeom>
          <a:noFill/>
          <a:ln w="12700">
            <a:solidFill>
              <a:srgbClr val="1B5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2022 - Match Data Analysis  ·  Herald College Kathmandu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2026-07-15T08:49:28Z</dcterms:created>
  <dcterms:modified xsi:type="dcterms:W3CDTF">2026-07-15T08:49:28Z</dcterms:modified>
</cp:coreProperties>
</file>